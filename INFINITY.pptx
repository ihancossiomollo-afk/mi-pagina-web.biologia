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5" r:id="rId6"/>
    <p:sldId id="272" r:id="rId7"/>
    <p:sldId id="274" r:id="rId8"/>
    <p:sldId id="260" r:id="rId9"/>
    <p:sldId id="259" r:id="rId10"/>
    <p:sldId id="262" r:id="rId11"/>
    <p:sldId id="263" r:id="rId12"/>
    <p:sldId id="264" r:id="rId13"/>
    <p:sldId id="266" r:id="rId14"/>
    <p:sldId id="267" r:id="rId15"/>
    <p:sldId id="268" r:id="rId16"/>
    <p:sldId id="269"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s-ES" altLang="en-US" sz="9600" dirty="0"/>
              <a:t>INFINITY</a:t>
            </a:r>
            <a:endParaRPr lang="es-ES" altLang="en-US" sz="9600" dirty="0"/>
          </a:p>
        </p:txBody>
      </p:sp>
      <p:sp>
        <p:nvSpPr>
          <p:cNvPr id="3" name="Subtitle 2"/>
          <p:cNvSpPr>
            <a:spLocks noGrp="1"/>
          </p:cNvSpPr>
          <p:nvPr>
            <p:ph type="subTitle" idx="1"/>
          </p:nvPr>
        </p:nvSpPr>
        <p:spPr>
          <a:xfrm>
            <a:off x="624205" y="2346960"/>
            <a:ext cx="10863580" cy="1752600"/>
          </a:xfrm>
        </p:spPr>
        <p:txBody>
          <a:bodyPr/>
          <a:lstStyle/>
          <a:p>
            <a:pPr algn="ctr"/>
            <a:r>
              <a:rPr lang="en-US">
                <a:solidFill>
                  <a:schemeClr val="tx1"/>
                </a:solidFill>
              </a:rPr>
              <a:t>InfinityFree es una plataforma que ofrece espacio en un servidor para almacenar los archivos de una página web (HTML, CSS, JavaScript, imágenes, PHP y bases de datos), de modo que cualquier persona pueda acceder a ella desde un navegador.</a:t>
            </a:r>
            <a:endParaRPr 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s-ES" altLang="en-US"/>
              <a:t>CONCEPTO Y PARA QUE SIRVE</a:t>
            </a:r>
            <a:endParaRPr lang="es-ES" altLang="en-US"/>
          </a:p>
        </p:txBody>
      </p:sp>
      <p:sp>
        <p:nvSpPr>
          <p:cNvPr id="3" name="Content Placeholder 2"/>
          <p:cNvSpPr>
            <a:spLocks noGrp="1"/>
          </p:cNvSpPr>
          <p:nvPr>
            <p:ph idx="1"/>
          </p:nvPr>
        </p:nvSpPr>
        <p:spPr/>
        <p:txBody>
          <a:bodyPr/>
          <a:p>
            <a:r>
              <a:rPr lang="en-US" sz="2400"/>
              <a:t>InfinityFree es un servicio de alojamiento web (hosting) gratuito que permite publicar páginas web en Internet. Ofrece espacio para almacenar los archivos de un sitio web, como HTML, CSS, JavaScript, imágenes y bases de datos.</a:t>
            </a:r>
            <a:endParaRPr lang="en-US" sz="2400"/>
          </a:p>
          <a:p>
            <a:endParaRPr lang="en-US" sz="2400"/>
          </a:p>
          <a:p>
            <a:r>
              <a:rPr lang="en-US" sz="2400"/>
              <a:t>¿Para qué sirve?</a:t>
            </a:r>
            <a:endParaRPr lang="en-US" sz="2400"/>
          </a:p>
          <a:p>
            <a:endParaRPr lang="en-US" sz="2400"/>
          </a:p>
          <a:p>
            <a:r>
              <a:rPr lang="en-US" sz="2400"/>
              <a:t>Publicar páginas web de forma gratuita.</a:t>
            </a:r>
            <a:endParaRPr lang="en-US" sz="2400"/>
          </a:p>
          <a:p>
            <a:r>
              <a:rPr lang="en-US" sz="2400"/>
              <a:t>Realizar proyectos escolares o personales.</a:t>
            </a:r>
            <a:endParaRPr lang="en-US" sz="2400"/>
          </a:p>
          <a:p>
            <a:r>
              <a:rPr lang="en-US" sz="2400"/>
              <a:t>Aprender desarrollo web sin pagar un servicio de hosting.</a:t>
            </a:r>
            <a:endParaRPr lang="en-US" sz="2400"/>
          </a:p>
          <a:p>
            <a:r>
              <a:rPr lang="en-US" sz="2400"/>
              <a:t>Probar sitios web antes de contratar un hosting de pago.</a:t>
            </a:r>
            <a:endParaRPr lang="en-US" sz="2400"/>
          </a:p>
          <a:p>
            <a:r>
              <a:rPr lang="en-US" sz="2400"/>
              <a:t>Compartir una página web con cualquier persona mediante Internet.</a:t>
            </a:r>
            <a:endParaRPr 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s-ES" altLang="en-US"/>
              <a:t>CAPACIDADES Y ALOJAMIENTOS</a:t>
            </a:r>
            <a:endParaRPr lang="es-ES" altLang="en-US"/>
          </a:p>
        </p:txBody>
      </p:sp>
      <p:sp>
        <p:nvSpPr>
          <p:cNvPr id="3" name="Content Placeholder 2"/>
          <p:cNvSpPr>
            <a:spLocks noGrp="1"/>
          </p:cNvSpPr>
          <p:nvPr>
            <p:ph idx="1"/>
          </p:nvPr>
        </p:nvSpPr>
        <p:spPr/>
        <p:txBody>
          <a:bodyPr/>
          <a:p>
            <a:r>
              <a:rPr lang="en-US" sz="1800"/>
              <a:t>Capacidad:</a:t>
            </a:r>
            <a:endParaRPr lang="en-US" sz="1800"/>
          </a:p>
          <a:p>
            <a:endParaRPr lang="en-US" sz="1800"/>
          </a:p>
          <a:p>
            <a:r>
              <a:rPr lang="en-US" sz="1800"/>
              <a:t>Ofrece espacio de almacenamiento para los archivos del sitio web.</a:t>
            </a:r>
            <a:endParaRPr lang="en-US" sz="1800"/>
          </a:p>
          <a:p>
            <a:r>
              <a:rPr lang="en-US" sz="1800"/>
              <a:t>Permite alojar varios sitios web en una misma cuenta.</a:t>
            </a:r>
            <a:endParaRPr lang="en-US" sz="1800"/>
          </a:p>
          <a:p>
            <a:r>
              <a:rPr lang="en-US" sz="1800"/>
              <a:t>Incluye bases de datos MySQL.</a:t>
            </a:r>
            <a:endParaRPr lang="en-US" sz="1800"/>
          </a:p>
          <a:p>
            <a:r>
              <a:rPr lang="en-US" sz="1800"/>
              <a:t>Cuenta con ancho de banda suficiente para proyectos pequeños y medianos.</a:t>
            </a:r>
            <a:endParaRPr lang="en-US" sz="1800"/>
          </a:p>
          <a:p>
            <a:r>
              <a:rPr lang="en-US" sz="1800"/>
              <a:t>No tiene límite fijo de transferencia mensual según sus políticas, aunque existen restricciones de uso justo.</a:t>
            </a:r>
            <a:endParaRPr lang="en-US" sz="1800"/>
          </a:p>
          <a:p>
            <a:endParaRPr lang="en-US" sz="1800"/>
          </a:p>
          <a:p>
            <a:r>
              <a:rPr lang="en-US" sz="1800"/>
              <a:t>Alojamiento:</a:t>
            </a:r>
            <a:endParaRPr lang="en-US" sz="1800"/>
          </a:p>
          <a:p>
            <a:endParaRPr lang="en-US" sz="1800"/>
          </a:p>
          <a:p>
            <a:r>
              <a:rPr lang="en-US" sz="1800"/>
              <a:t>Es un servicio de hosting gratuito.</a:t>
            </a:r>
            <a:endParaRPr lang="en-US" sz="1800"/>
          </a:p>
          <a:p>
            <a:r>
              <a:rPr lang="en-US" sz="1800"/>
              <a:t>Soporta PHP y MySQL.</a:t>
            </a:r>
            <a:endParaRPr lang="en-US" sz="1800"/>
          </a:p>
          <a:p>
            <a:r>
              <a:rPr lang="en-US" sz="1800"/>
              <a:t>Permite utilizar dominios propios o subdominios gratuitos.</a:t>
            </a:r>
            <a:endParaRPr lang="en-US" sz="1800"/>
          </a:p>
          <a:p>
            <a:r>
              <a:rPr lang="en-US" sz="1800"/>
              <a:t>Incluye certificado SSL para conexiones seguras (HTTPS).</a:t>
            </a:r>
            <a:endParaRPr lang="en-US" sz="1800"/>
          </a:p>
          <a:p>
            <a:r>
              <a:rPr lang="en-US" sz="1800"/>
              <a:t>Se administra mediante un panel de control.</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0" y="0"/>
            <a:ext cx="12200255" cy="68586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pic>
        <p:nvPicPr>
          <p:cNvPr id="4" name="Picture 3"/>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476250" y="0"/>
            <a:ext cx="11715750" cy="68586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s-ES" altLang="en-US"/>
              <a:t>VENTAJAS Y DESVENTAJAS</a:t>
            </a:r>
            <a:endParaRPr lang="es-ES" altLang="en-US"/>
          </a:p>
        </p:txBody>
      </p:sp>
      <p:sp>
        <p:nvSpPr>
          <p:cNvPr id="3" name="Content Placeholder 2"/>
          <p:cNvSpPr>
            <a:spLocks noGrp="1"/>
          </p:cNvSpPr>
          <p:nvPr>
            <p:ph idx="1"/>
          </p:nvPr>
        </p:nvSpPr>
        <p:spPr/>
        <p:txBody>
          <a:bodyPr/>
          <a:p>
            <a:r>
              <a:rPr lang="en-US" sz="2000"/>
              <a:t>Ventajas</a:t>
            </a:r>
            <a:endParaRPr lang="en-US" sz="2000"/>
          </a:p>
          <a:p>
            <a:r>
              <a:rPr lang="en-US" sz="2000"/>
              <a:t>Es completamente gratuito.</a:t>
            </a:r>
            <a:endParaRPr lang="en-US" sz="2000"/>
          </a:p>
          <a:p>
            <a:r>
              <a:rPr lang="en-US" sz="2000"/>
              <a:t>No muestra publicidad obligatoria en la página.</a:t>
            </a:r>
            <a:endParaRPr lang="en-US" sz="2000"/>
          </a:p>
          <a:p>
            <a:r>
              <a:rPr lang="en-US" sz="2000"/>
              <a:t>Permite usar dominios propios.</a:t>
            </a:r>
            <a:endParaRPr lang="en-US" sz="2000"/>
          </a:p>
          <a:p>
            <a:r>
              <a:rPr lang="en-US" sz="2000"/>
              <a:t>Compatible con PHP y MySQL.</a:t>
            </a:r>
            <a:endParaRPr lang="en-US" sz="2000"/>
          </a:p>
          <a:p>
            <a:r>
              <a:rPr lang="en-US" sz="2000"/>
              <a:t>Incluye SSL gratuito.</a:t>
            </a:r>
            <a:endParaRPr lang="en-US" sz="2000"/>
          </a:p>
          <a:p>
            <a:r>
              <a:rPr lang="en-US" sz="2000"/>
              <a:t>Es fácil de usar para principiantes.</a:t>
            </a:r>
            <a:endParaRPr lang="en-US" sz="2000"/>
          </a:p>
          <a:p>
            <a:r>
              <a:rPr lang="en-US" sz="2000"/>
              <a:t>Ideal para prácticas y proyectos escolares.</a:t>
            </a:r>
            <a:endParaRPr lang="en-US" sz="2000"/>
          </a:p>
          <a:p>
            <a:r>
              <a:rPr lang="en-US" sz="2000"/>
              <a:t>Desventajas</a:t>
            </a:r>
            <a:endParaRPr lang="en-US" sz="2000"/>
          </a:p>
          <a:p>
            <a:r>
              <a:rPr lang="en-US" sz="2000"/>
              <a:t>Tiene recursos limitados en comparación con un hosting de pago.</a:t>
            </a:r>
            <a:endParaRPr lang="en-US" sz="2000"/>
          </a:p>
          <a:p>
            <a:r>
              <a:rPr lang="en-US" sz="2000"/>
              <a:t>El soporte técnico es más limitado.</a:t>
            </a:r>
            <a:endParaRPr lang="en-US" sz="2000"/>
          </a:p>
          <a:p>
            <a:r>
              <a:rPr lang="en-US" sz="2000"/>
              <a:t>No es recomendable para páginas con mucho tráfico.</a:t>
            </a:r>
            <a:endParaRPr lang="en-US" sz="2000"/>
          </a:p>
          <a:p>
            <a:r>
              <a:rPr lang="en-US" sz="2000"/>
              <a:t>Algunas funciones avanzadas están restringidas.</a:t>
            </a:r>
            <a:endParaRPr lang="en-US" sz="2000"/>
          </a:p>
          <a:p>
            <a:r>
              <a:rPr lang="en-US" sz="2000"/>
              <a:t>Puede presentar tiempos de carga más lentos en horas de alta demanda.</a:t>
            </a:r>
            <a:endParaRPr 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s-ES" altLang="en-US"/>
              <a:t>COMO INGRESAR A MI PAGINA WEB Y A LA NUBE</a:t>
            </a:r>
            <a:endParaRPr lang="es-ES" altLang="en-US"/>
          </a:p>
        </p:txBody>
      </p:sp>
      <p:sp>
        <p:nvSpPr>
          <p:cNvPr id="3" name="Content Placeholder 2"/>
          <p:cNvSpPr>
            <a:spLocks noGrp="1"/>
          </p:cNvSpPr>
          <p:nvPr>
            <p:ph idx="1"/>
          </p:nvPr>
        </p:nvSpPr>
        <p:spPr/>
        <p:txBody>
          <a:bodyPr/>
          <a:p>
            <a:r>
              <a:rPr lang="en-US" sz="1400"/>
              <a:t>Crear una cuenta.</a:t>
            </a:r>
            <a:endParaRPr lang="en-US" sz="1400"/>
          </a:p>
          <a:p>
            <a:r>
              <a:rPr lang="en-US" sz="1400"/>
              <a:t>Entra al sitio oficial de InfinityFree.</a:t>
            </a:r>
            <a:endParaRPr lang="en-US" sz="1400"/>
          </a:p>
          <a:p>
            <a:r>
              <a:rPr lang="en-US" sz="1400"/>
              <a:t>Regístrate con tu correo electrónico.</a:t>
            </a:r>
            <a:endParaRPr lang="en-US" sz="1400"/>
          </a:p>
          <a:p>
            <a:r>
              <a:rPr lang="en-US" sz="1400"/>
              <a:t>Crear un hosting.</a:t>
            </a:r>
            <a:endParaRPr lang="en-US" sz="1400"/>
          </a:p>
          <a:p>
            <a:r>
              <a:rPr lang="en-US" sz="1400"/>
              <a:t>Inicia sesión.</a:t>
            </a:r>
            <a:endParaRPr lang="en-US" sz="1400"/>
          </a:p>
          <a:p>
            <a:r>
              <a:rPr lang="en-US" sz="1400"/>
              <a:t>Haz clic en Create Account.</a:t>
            </a:r>
            <a:endParaRPr lang="en-US" sz="1400"/>
          </a:p>
          <a:p>
            <a:r>
              <a:rPr lang="en-US" sz="1400"/>
              <a:t>Elige un subdominio gratuito (por ejemplo: mipagina.infinityfreeapp.com) o conecta un dominio propio.</a:t>
            </a:r>
            <a:endParaRPr lang="en-US" sz="1400"/>
          </a:p>
          <a:p>
            <a:r>
              <a:rPr lang="en-US" sz="1400"/>
              <a:t>Esperar la activación.</a:t>
            </a:r>
            <a:endParaRPr lang="en-US" sz="1400"/>
          </a:p>
          <a:p>
            <a:r>
              <a:rPr lang="en-US" sz="1400"/>
              <a:t>El servicio tardará unos minutos en crear tu espacio de alojamiento.</a:t>
            </a:r>
            <a:endParaRPr lang="en-US" sz="1400"/>
          </a:p>
          <a:p>
            <a:r>
              <a:rPr lang="en-US" sz="1400"/>
              <a:t>Subir los archivos de tu página web.</a:t>
            </a:r>
            <a:endParaRPr lang="en-US" sz="1400"/>
          </a:p>
          <a:p>
            <a:r>
              <a:rPr lang="en-US" sz="1400"/>
              <a:t>En el panel de control abre el Administrador de archivos (File Manager) o utiliza un programa FTP como FileZilla.</a:t>
            </a:r>
            <a:endParaRPr lang="en-US" sz="1400"/>
          </a:p>
          <a:p>
            <a:r>
              <a:rPr lang="en-US" sz="1400"/>
              <a:t>Entra a la carpeta htdocs.</a:t>
            </a:r>
            <a:endParaRPr lang="en-US" sz="1400"/>
          </a:p>
          <a:p>
            <a:r>
              <a:rPr lang="en-US" sz="1400"/>
              <a:t>Sube todos los archivos de tu proyecto (por ejemplo: index.html, style.css, script.js, imágenes y demás carpetas).</a:t>
            </a:r>
            <a:endParaRPr lang="en-US" sz="1400"/>
          </a:p>
          <a:p>
            <a:r>
              <a:rPr lang="en-US" sz="1400"/>
              <a:t>Verificar la página.</a:t>
            </a:r>
            <a:endParaRPr lang="en-US" sz="1400"/>
          </a:p>
          <a:p>
            <a:r>
              <a:rPr lang="en-US" sz="1400"/>
              <a:t>Una vez terminada la carga, abre el dominio que elegiste.</a:t>
            </a:r>
            <a:endParaRPr lang="en-US" sz="1400"/>
          </a:p>
          <a:p>
            <a:r>
              <a:rPr lang="en-US" sz="1400"/>
              <a:t>Si todo está correcto, tu sitio estará disponible en Internet para cualquier persona.</a:t>
            </a:r>
            <a:endParaRPr lang="en-US" sz="1400"/>
          </a:p>
          <a:p>
            <a:r>
              <a:rPr lang="en-US" sz="1400"/>
              <a:t>Requisitos para que funcione correctamente</a:t>
            </a:r>
            <a:endParaRPr lang="en-US" sz="1400"/>
          </a:p>
          <a:p>
            <a:r>
              <a:rPr lang="en-US" sz="1400"/>
              <a:t>Debe existir un archivo llamado index.html o index.php en la carpeta htdocs.</a:t>
            </a:r>
            <a:endParaRPr lang="en-US" sz="1400"/>
          </a:p>
          <a:p>
            <a:r>
              <a:rPr lang="en-US" sz="1400"/>
              <a:t>Si tu página usa imágenes, CSS o JavaScript, asegúrate de subir también esos archivos y mantener la misma estructura de carpetas.</a:t>
            </a:r>
            <a:endParaRPr lang="en-US" sz="1400"/>
          </a:p>
          <a:p>
            <a:r>
              <a:rPr lang="en-US" sz="1400"/>
              <a:t>Si tu proyecto utiliza una base de datos, deberás crear una base de datos MySQL en el panel de InfinityFree e importar tus tablas.</a:t>
            </a:r>
            <a:endParaRPr 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0" y="0"/>
            <a:ext cx="12192635" cy="68872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62560" y="0"/>
            <a:ext cx="11976735" cy="67805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0" y="0"/>
            <a:ext cx="12209145" cy="68573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0" y="0"/>
            <a:ext cx="12204700" cy="68586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0" y="0"/>
            <a:ext cx="12191365" cy="69234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0" y="64770"/>
            <a:ext cx="12192000" cy="2463800"/>
          </a:xfrm>
          <a:prstGeom prst="rect">
            <a:avLst/>
          </a:prstGeom>
        </p:spPr>
      </p:pic>
      <p:pic>
        <p:nvPicPr>
          <p:cNvPr id="5" name="Picture 4"/>
          <p:cNvPicPr>
            <a:picLocks noChangeAspect="1"/>
          </p:cNvPicPr>
          <p:nvPr/>
        </p:nvPicPr>
        <p:blipFill>
          <a:blip r:embed="rId2"/>
          <a:stretch>
            <a:fillRect/>
          </a:stretch>
        </p:blipFill>
        <p:spPr>
          <a:xfrm>
            <a:off x="0" y="2281555"/>
            <a:ext cx="12155805" cy="46843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0" y="68580"/>
            <a:ext cx="12208510" cy="3237230"/>
          </a:xfrm>
          <a:prstGeom prst="rect">
            <a:avLst/>
          </a:prstGeom>
        </p:spPr>
      </p:pic>
      <p:pic>
        <p:nvPicPr>
          <p:cNvPr id="6" name="Picture 5"/>
          <p:cNvPicPr>
            <a:picLocks noChangeAspect="1"/>
          </p:cNvPicPr>
          <p:nvPr/>
        </p:nvPicPr>
        <p:blipFill>
          <a:blip r:embed="rId2"/>
          <a:stretch>
            <a:fillRect/>
          </a:stretch>
        </p:blipFill>
        <p:spPr>
          <a:xfrm>
            <a:off x="0" y="3069590"/>
            <a:ext cx="12192000" cy="37884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0" y="0"/>
            <a:ext cx="1219136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693545"/>
            <a:ext cx="10972800" cy="4953000"/>
          </a:xfrm>
        </p:spPr>
        <p:txBody>
          <a:bodyPr/>
          <a:p>
            <a:r>
              <a:rPr lang="es-ES" altLang="en-US" sz="16600"/>
              <a:t>GRACIAS</a:t>
            </a:r>
            <a:endParaRPr lang="es-ES" altLang="en-US" sz="16600"/>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3113</Words>
  <Application>WPS Presentation</Application>
  <PresentationFormat>Widescreen</PresentationFormat>
  <Paragraphs>76</Paragraphs>
  <Slides>17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Arial</vt:lpstr>
      <vt:lpstr>SimSun</vt:lpstr>
      <vt:lpstr>Wingdings</vt:lpstr>
      <vt:lpstr>Microsoft YaHei</vt:lpstr>
      <vt:lpstr>Arial Unicode MS</vt:lpstr>
      <vt:lpstr>Calibri</vt:lpstr>
      <vt:lpstr>Blue Waves</vt:lpstr>
      <vt:lpstr>INFINITY</vt:lpstr>
      <vt:lpstr>CONCEPTO Y PARA QUE SIRVE</vt:lpstr>
      <vt:lpstr>CAPACIDADES Y ALOJAMIENTOS</vt:lpstr>
      <vt:lpstr>PowerPoint 演示文稿</vt:lpstr>
      <vt:lpstr>PowerPoint 演示文稿</vt:lpstr>
      <vt:lpstr>PowerPoint 演示文稿</vt:lpstr>
      <vt:lpstr>VENTAJAS Y DESVENTAJAS</vt:lpstr>
      <vt:lpstr>COMO TENER A MI PAGINA WEB Y A LA NUBE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INFINITY</dc:title>
  <dc:creator/>
  <cp:lastModifiedBy>HP</cp:lastModifiedBy>
  <cp:revision>2</cp:revision>
  <dcterms:created xsi:type="dcterms:W3CDTF">2026-06-30T18:05:00Z</dcterms:created>
  <dcterms:modified xsi:type="dcterms:W3CDTF">2026-06-30T19:18:53Z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920F56E1B23E410199DE1DBA056BEB98_11</vt:lpwstr>
  </property>
  <property fmtid="{D5CDD505-2E9C-101B-9397-08002B2CF9AE}" pid="3" name="KSOProductBuildVer">
    <vt:lpwstr>1033-12.2.0.13431</vt:lpwstr>
  </property>
</Properties>
</file>