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3"/>
    <p:sldId id="257" r:id="rId4"/>
    <p:sldId id="268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239184" y="692150"/>
            <a:ext cx="11885083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117" y="549275"/>
            <a:ext cx="12192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>
            <p:ph type="subTitle" idx="1"/>
          </p:nvPr>
        </p:nvSpPr>
        <p:spPr>
          <a:xfrm>
            <a:off x="2544233" y="2492375"/>
            <a:ext cx="7393517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056" name="Rectangle 8"/>
          <p:cNvSpPr>
            <a:spLocks noChangeArrowheads="1"/>
          </p:cNvSpPr>
          <p:nvPr>
            <p:ph type="ctrTitle"/>
          </p:nvPr>
        </p:nvSpPr>
        <p:spPr>
          <a:xfrm>
            <a:off x="1007533" y="620713"/>
            <a:ext cx="103632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11" name="Rectangle 4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2" name="Rectangle 5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Rectangle 6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831447-C893-4FB7-A405-85B25DF4EE9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831447-C893-4FB7-A405-85B25DF4EE9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117" y="333375"/>
            <a:ext cx="12192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2"/>
          <a:srcRect t="1094" r="8122" b="13318"/>
          <a:stretch>
            <a:fillRect/>
          </a:stretch>
        </p:blipFill>
        <p:spPr>
          <a:xfrm>
            <a:off x="7730067" y="4438650"/>
            <a:ext cx="4453467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5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1031" name="Rectangle 7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59603" y="1858328"/>
            <a:ext cx="10363200" cy="1470025"/>
          </a:xfrm>
        </p:spPr>
        <p:txBody>
          <a:bodyPr/>
          <a:p>
            <a:r>
              <a:rPr lang="es-ES" altLang="es-MX"/>
              <a:t>MUN: CONSEJOS Y RECOMENDACIONES</a:t>
            </a:r>
            <a:endParaRPr lang="es-ES" alt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544233" y="3328670"/>
            <a:ext cx="7393517" cy="1222375"/>
          </a:xfrm>
        </p:spPr>
        <p:txBody>
          <a:bodyPr/>
          <a:p>
            <a:r>
              <a:rPr lang="es-ES" altLang="es-MX"/>
              <a:t>POSMUN 2026</a:t>
            </a:r>
            <a:endParaRPr lang="es-ES" altLang="es-MX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s-ES" altLang="es-MX"/>
              <a:t>PARTES DE MESA</a:t>
            </a:r>
            <a:endParaRPr lang="es-ES" altLang="es-MX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s-ES" altLang="es-MX"/>
              <a:t>PRESIDENTE</a:t>
            </a:r>
            <a:endParaRPr lang="es-ES" altLang="es-MX"/>
          </a:p>
          <a:p>
            <a:r>
              <a:rPr lang="es-ES" altLang="es-MX"/>
              <a:t>MODERADOR</a:t>
            </a:r>
            <a:endParaRPr lang="es-ES" altLang="es-MX"/>
          </a:p>
          <a:p>
            <a:r>
              <a:rPr lang="es-ES" altLang="es-MX"/>
              <a:t>OFICIAL DE CONFERENCIA</a:t>
            </a:r>
            <a:endParaRPr lang="es-ES" altLang="es-MX"/>
          </a:p>
          <a:p>
            <a:r>
              <a:rPr lang="es-ES" altLang="es-MX"/>
              <a:t>PAJE</a:t>
            </a:r>
            <a:endParaRPr lang="es-ES" altLang="es-MX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s-ES" altLang="es-MX"/>
              <a:t>CAMINO DEL FORO</a:t>
            </a:r>
            <a:endParaRPr lang="es-ES" altLang="es-MX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s-ES" altLang="es-MX"/>
              <a:t>PRESENCIA</a:t>
            </a:r>
            <a:endParaRPr lang="es-ES" altLang="es-MX"/>
          </a:p>
          <a:p>
            <a:r>
              <a:rPr lang="es-ES" altLang="es-MX"/>
              <a:t>INCIAR UN TOPICO</a:t>
            </a:r>
            <a:endParaRPr lang="es-ES" altLang="es-MX"/>
          </a:p>
          <a:p>
            <a:r>
              <a:rPr lang="es-ES" altLang="es-MX"/>
              <a:t>DETERMINAR UN TIEMPO</a:t>
            </a:r>
            <a:endParaRPr lang="es-ES" altLang="es-MX"/>
          </a:p>
          <a:p>
            <a:r>
              <a:rPr lang="es-ES" altLang="es-MX"/>
              <a:t>ABRIR LA LISTA DE ORADORES</a:t>
            </a:r>
            <a:endParaRPr lang="es-ES" altLang="es-MX"/>
          </a:p>
          <a:p>
            <a:r>
              <a:rPr lang="es-ES" altLang="es-MX"/>
              <a:t>CAUCUS MODERADO</a:t>
            </a:r>
            <a:endParaRPr lang="es-ES" altLang="es-MX"/>
          </a:p>
          <a:p>
            <a:r>
              <a:rPr lang="es-ES" altLang="es-MX"/>
              <a:t>CAUCUS LIBRE</a:t>
            </a:r>
            <a:endParaRPr lang="es-ES" altLang="es-MX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s-ES" altLang="es-MX"/>
              <a:t>PUNTOS IMPORTANTES</a:t>
            </a:r>
            <a:endParaRPr lang="es-ES" altLang="es-MX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s-ES" altLang="es-MX"/>
              <a:t>PUNTO DE PRIVILEGIO PERSONAL</a:t>
            </a:r>
            <a:endParaRPr lang="es-ES" altLang="es-MX"/>
          </a:p>
          <a:p>
            <a:pPr marL="0" indent="0">
              <a:buNone/>
            </a:pPr>
            <a:r>
              <a:rPr lang="es-ES" altLang="es-MX"/>
              <a:t>SE UTILIZA PARA SOLUCIONAR UNA INCOMODIDAD, EMPEZAR CON UN PREAMBULO, ABRIR UNA SUBSECUENTE, O SALVARTE DE NO SABER UNA RESPUESTA.</a:t>
            </a:r>
            <a:endParaRPr lang="es-ES" altLang="es-MX"/>
          </a:p>
          <a:p>
            <a:r>
              <a:rPr lang="es-ES" altLang="es-MX"/>
              <a:t>PUNTO DE ORDEN</a:t>
            </a:r>
            <a:endParaRPr lang="es-ES" altLang="es-MX"/>
          </a:p>
          <a:p>
            <a:pPr marL="0" indent="0">
              <a:buNone/>
            </a:pPr>
            <a:r>
              <a:rPr lang="es-ES" altLang="es-MX"/>
              <a:t>SE UTILIZA PARA PONER ORDEN EN EL FORO CUANDO ALGUIEN HAGA ALGO NO PROTOCOLAR.</a:t>
            </a:r>
            <a:endParaRPr lang="es-ES" altLang="es-MX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s-ES" altLang="es-MX"/>
              <a:t>COMO PARTICIPAR EN EL FORO</a:t>
            </a:r>
            <a:endParaRPr lang="es-ES" altLang="es-MX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s-ES" altLang="es-MX"/>
              <a:t>LA DELEGACION DE FRANCIA VE POR CONVENIENTE: INICIAR CON EL TOPICO A, UN TIEMPO DE ORADOR DE 2:00 MINUTOS, INICIAR LA LISTA DE ORADORES, INICIAR CON UNA SECION EXTRAORDINARIA DE 3 CUESTIONANTES PARA LA DELEGACION DE AUSTRIA, INICIAR CON EL CAUCUS MODERADO, UN TIEMPO DE 10 MINUTOS PARA EL CAUCUS MODERADO, INICIAR CON EL CAUCUS LIBRE, UN TIEMPO PARA CAUCUS LIBRE.</a:t>
            </a:r>
            <a:endParaRPr lang="es-ES" altLang="es-MX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s-ES" altLang="es-MX"/>
              <a:t>PALABRAS PROTOCOLARES</a:t>
            </a:r>
            <a:endParaRPr lang="es-ES" altLang="es-MX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s-ES" altLang="es-MX"/>
              <a:t>EXCELENTISIMA, DESTACADA, HONORABLE, RESPESTADA: MESA</a:t>
            </a:r>
            <a:endParaRPr lang="es-ES" altLang="es-MX"/>
          </a:p>
          <a:p>
            <a:r>
              <a:rPr lang="es-ES" altLang="es-MX"/>
              <a:t>VE POR CONVENIENTE, PROPONE, SOLICITA ABRIR ALGO EN ESPECIFICO</a:t>
            </a:r>
            <a:endParaRPr lang="es-ES" altLang="es-MX"/>
          </a:p>
          <a:p>
            <a:r>
              <a:rPr lang="es-ES" altLang="es-MX"/>
              <a:t>SIEMPRE AGRADECE</a:t>
            </a:r>
            <a:endParaRPr lang="es-ES" altLang="es-MX"/>
          </a:p>
          <a:p>
            <a:r>
              <a:rPr lang="es-ES" altLang="es-MX"/>
              <a:t>LA DELEGACION DE ESPAÑA ESTA SATISFECHA Y A CORDE AL DISCURSO VERTIDO POR LA DELEGACION DE SUIZA</a:t>
            </a:r>
            <a:endParaRPr lang="es-ES" altLang="es-MX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s-ES" altLang="es-MX"/>
              <a:t>COMO EXPONER</a:t>
            </a:r>
            <a:endParaRPr lang="es-ES" altLang="es-MX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s-ES" altLang="es-MX"/>
              <a:t>DOCUMENTO</a:t>
            </a:r>
            <a:endParaRPr lang="es-ES" altLang="es-MX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s-ES" altLang="es-MX"/>
              <a:t>COMO RESPONDER</a:t>
            </a:r>
            <a:endParaRPr lang="es-ES" altLang="es-MX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s-ES" altLang="es-MX"/>
              <a:t>RESPONDE DE UNA MANERA PROTOCOLAR Y FIRME A LAS PREGUNTAS QUE TE DEN.</a:t>
            </a:r>
            <a:endParaRPr lang="es-ES" altLang="es-MX"/>
          </a:p>
          <a:p>
            <a:r>
              <a:rPr lang="es-ES" altLang="es-MX"/>
              <a:t>EMPIEZA CON UN: MUCHAS GRACIAS MESA LA DELEGACION DE BOLIVIA CONTESTARA LA CUESTIONANTE.</a:t>
            </a:r>
            <a:endParaRPr lang="es-ES" altLang="es-MX"/>
          </a:p>
          <a:p>
            <a:r>
              <a:rPr lang="es-ES" altLang="es-MX"/>
              <a:t>EN CASO DE NO PODER RESPONDER UNA PREGUNTA UTILIZA PUNTO DE PRIVILEGIO PARA SALVARTE, PERO QUE SEA TU ILTIMA OPCION</a:t>
            </a:r>
            <a:endParaRPr lang="es-ES" altLang="es-MX"/>
          </a:p>
          <a:p>
            <a:pPr marL="0" indent="0">
              <a:buNone/>
            </a:pPr>
            <a:endParaRPr lang="es-ES" altLang="es-MX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s-ES" altLang="es-MX"/>
              <a:t>COMO CUESTIONAR </a:t>
            </a:r>
            <a:endParaRPr lang="es-ES" altLang="es-MX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s-ES" altLang="es-MX"/>
              <a:t>SI EMPIEZAS CON UN PREAMBULO SUMA PUNTOS, PARA ABRIR UNO UTILIZA PUNTO DE PRIVILIGIO Y DI: LA DELEGACION DE CANADA SOLICITA INICIAR CON UN PREAMBULO, SI TE DAN ORDEN EMPIEZA CON TU PREAMBULO</a:t>
            </a:r>
            <a:endParaRPr lang="es-ES" altLang="es-MX"/>
          </a:p>
          <a:p>
            <a:r>
              <a:rPr lang="es-ES" altLang="es-MX"/>
              <a:t>USA IA PARA HACER TUS CUESTIONANTES ESO AYUDARA, ( MANDARE UN LARGO TEXTO ), PIDILE IGUAL QUE TE RESUMAN CADA PARTE EN CASO DE QUE MESA NO TE DE ORDEN A ENTENDER.</a:t>
            </a:r>
            <a:endParaRPr lang="es-ES" altLang="es-MX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s-ES" altLang="es-MX"/>
              <a:t>MANERA DE VESTIR</a:t>
            </a:r>
            <a:endParaRPr lang="es-ES" altLang="es-MX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s-ES" altLang="es-MX"/>
              <a:t>DIAPOSITIVA</a:t>
            </a:r>
            <a:endParaRPr lang="es-ES" altLang="es-MX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s-ES" altLang="es-MX"/>
              <a:t>TIPS</a:t>
            </a:r>
            <a:endParaRPr lang="es-ES" altLang="es-MX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s-ES" altLang="es-MX"/>
              <a:t>SIEMPRE SEAN PARTICIPES</a:t>
            </a:r>
            <a:endParaRPr lang="es-ES" altLang="es-MX"/>
          </a:p>
          <a:p>
            <a:r>
              <a:rPr lang="es-ES" altLang="es-MX"/>
              <a:t>SEAN LOS PRIMEROS EN DEFENDER</a:t>
            </a:r>
            <a:endParaRPr lang="es-ES" altLang="es-MX"/>
          </a:p>
          <a:p>
            <a:r>
              <a:rPr lang="es-ES" altLang="es-MX"/>
              <a:t>HABLEN CON LOS DELEGADOS DESDE EL PRIMER DIA, SOCIALIZEN ESTO LES AYUDARA A TENER ALIADOS EN EL FORO Y HASTA VENTAJA SOBRE OTROS.</a:t>
            </a:r>
            <a:endParaRPr lang="es-ES" altLang="es-MX"/>
          </a:p>
          <a:p>
            <a:r>
              <a:rPr lang="es-ES" altLang="es-MX"/>
              <a:t>INTENTE ALIARSE CON LOS MAS FUERTES.</a:t>
            </a:r>
            <a:endParaRPr lang="es-ES" altLang="es-MX"/>
          </a:p>
          <a:p>
            <a:r>
              <a:rPr lang="es-ES" altLang="es-MX"/>
              <a:t>APROVECHEN LAS MERIENDAS PARA INVESTIGAR COSAS QUE NO SE ACUERDAN.</a:t>
            </a:r>
            <a:endParaRPr lang="es-ES" altLang="es-MX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s-ES" altLang="es-MX"/>
              <a:t>SI TIPS</a:t>
            </a:r>
            <a:endParaRPr lang="es-ES" altLang="es-MX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s-ES" altLang="es-MX"/>
              <a:t>MANTEN LA CALMA Y SIGUE LAS ORDENES QUE TE DARA SECRETARIADO.</a:t>
            </a:r>
            <a:endParaRPr lang="es-ES" altLang="es-MX"/>
          </a:p>
          <a:p>
            <a:r>
              <a:rPr lang="es-ES" altLang="es-MX"/>
              <a:t>PARTICIPA EN LOS SECUESTROS COMO RESCATISTA TE AYUDARA.</a:t>
            </a:r>
            <a:endParaRPr lang="es-ES" altLang="es-MX"/>
          </a:p>
          <a:p>
            <a:r>
              <a:rPr lang="es-ES" altLang="es-MX"/>
              <a:t>LEE EL PROTOCOLO TE DARA VENTAJA SOBRE EL QUE NO LO LEYO.</a:t>
            </a:r>
            <a:endParaRPr lang="es-ES" altLang="es-MX"/>
          </a:p>
          <a:p>
            <a:r>
              <a:rPr lang="es-ES" altLang="es-MX"/>
              <a:t>USA EL PUNTO DE ORDEN SOLO SI ESTAS SEGURO</a:t>
            </a:r>
            <a:endParaRPr lang="es-ES" altLang="es-MX"/>
          </a:p>
          <a:p>
            <a:r>
              <a:rPr lang="es-ES" altLang="es-MX"/>
              <a:t>EN EL CAUCUS APROVECHA A PREGUNTAR</a:t>
            </a:r>
            <a:endParaRPr lang="es-ES" altLang="es-MX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s-ES" altLang="es-MX"/>
              <a:t>TIPS</a:t>
            </a:r>
            <a:endParaRPr lang="es-ES" altLang="es-MX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s-ES" altLang="es-MX"/>
              <a:t>HACER QUE OTROS DELEGADOS NO SEPAN COMO RESPONDER TUS PREGUNTAS LES BAJA PUNTOS</a:t>
            </a:r>
            <a:endParaRPr lang="es-ES" altLang="es-MX"/>
          </a:p>
          <a:p>
            <a:r>
              <a:rPr lang="es-ES" altLang="es-MX"/>
              <a:t>UTILIZA LAS HOJAS DE PAJE SABIAMENTE PQ TENDRAS LIMITADAS, SE USAN PARA RESPONDER PREGUNTAS, MANDAR UN MENSAJE OTRO DELEGADO Y PARA IR AL BAÑO.</a:t>
            </a:r>
            <a:endParaRPr lang="es-ES" altLang="es-MX"/>
          </a:p>
          <a:p>
            <a:r>
              <a:rPr lang="es-ES" altLang="es-MX"/>
              <a:t>SI SE TE CAE TU PLACAR AL SUELO DEJALO AHI EL PAJE LO TIENE QUE LEVANTAR, SI QUIERES MANDAR UNA HOJA DE PAJE LEVANTALA EN ALTO Y ESPERA A QUE EL PAJE LA AGARRE.</a:t>
            </a:r>
            <a:endParaRPr lang="es-ES" altLang="es-MX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2750</Words>
  <Application>WPS Presentation</Application>
  <PresentationFormat>宽屏</PresentationFormat>
  <Paragraphs>80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SimSun</vt:lpstr>
      <vt:lpstr>Wingdings</vt:lpstr>
      <vt:lpstr>Calibri Light</vt:lpstr>
      <vt:lpstr>Arial Unicode MS</vt:lpstr>
      <vt:lpstr>Microsoft YaHei</vt:lpstr>
      <vt:lpstr>Calibri</vt:lpstr>
      <vt:lpstr>Business Cooperate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Ihan Cossio Mollo</cp:lastModifiedBy>
  <cp:revision>2</cp:revision>
  <dcterms:created xsi:type="dcterms:W3CDTF">2026-07-04T00:08:04Z</dcterms:created>
  <dcterms:modified xsi:type="dcterms:W3CDTF">2026-07-04T02:42:04Z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2058-12.2.0.13431</vt:lpwstr>
  </property>
  <property fmtid="{D5CDD505-2E9C-101B-9397-08002B2CF9AE}" pid="3" name="ICV">
    <vt:lpwstr>CCFDAC104E46425D94673CC85C883F8C_11</vt:lpwstr>
  </property>
</Properties>
</file>